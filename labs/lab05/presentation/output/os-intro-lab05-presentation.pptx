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1" Type="http://schemas.openxmlformats.org/officeDocument/2006/relationships/viewProps" Target="viewProps.xml" /><Relationship Id="rId6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3" Type="http://schemas.openxmlformats.org/officeDocument/2006/relationships/tableStyles" Target="tableStyles.xml" /><Relationship Id="rId6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132250427@rudn.ru" TargetMode="External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7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8.pn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9.png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0.png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1.png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№5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Системы контроля версий (Git)</a:t>
            </a:r>
            <a:br/>
            <a:br/>
            <a:r>
              <a:rPr/>
              <a:t>Иванова Анастасия Сергеевна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2026-03-14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Иванова Анастасия Сергеевна</a:t>
            </a:r>
          </a:p>
          <a:p>
            <a:pPr lvl="0"/>
            <a:r>
              <a:rPr/>
              <a:t>1 курс группа НКАбд-07-25</a:t>
            </a:r>
          </a:p>
          <a:p>
            <a:pPr lvl="0"/>
            <a:r>
              <a:rPr/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1132250427@rudn.ru</a:t>
            </a:r>
          </a:p>
        </p:txBody>
      </p:sp>
      <p:pic>
        <p:nvPicPr>
          <p:cNvPr descr="./image/m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371600"/>
            <a:ext cx="4038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Актуальность темы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Безопасное хранение паролей — важная задача для любого пользователя</a:t>
            </a:r>
          </a:p>
          <a:p>
            <a:pPr lvl="0"/>
            <a:r>
              <a:rPr/>
              <a:t>Менеджер паролей </a:t>
            </a:r>
            <a:r>
              <a:rPr>
                <a:latin typeface="Courier"/>
              </a:rPr>
              <a:t>pass</a:t>
            </a:r>
            <a:r>
              <a:rPr/>
              <a:t> реализует философию Unix: простые текстовые файлы, зашифрованные GPG</a:t>
            </a:r>
          </a:p>
          <a:p>
            <a:pPr lvl="0"/>
            <a:r>
              <a:rPr/>
              <a:t>Синхронизация через git позволяет иметь доступ к паролям с любых устройств</a:t>
            </a:r>
          </a:p>
          <a:p>
            <a:pPr lvl="0"/>
            <a:r>
              <a:rPr/>
              <a:t>Управление конфигурационными файлами (dotfiles) необходимо для воспроизводимого окружения</a:t>
            </a:r>
          </a:p>
          <a:p>
            <a:pPr lvl="0"/>
            <a:r>
              <a:rPr/>
              <a:t>Chezmoi предоставляет удобный инструмент для управления dotfiles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Объект и предмет исследования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Объект исследования:</a:t>
            </a:r>
            <a:r>
              <a:rPr/>
              <a:t> - Менеджер паролей </a:t>
            </a:r>
            <a:r>
              <a:rPr>
                <a:latin typeface="Courier"/>
              </a:rPr>
              <a:t>pass</a:t>
            </a:r>
            <a:r>
              <a:rPr/>
              <a:t> - Система управления конфигурационными файлами </a:t>
            </a:r>
            <a:r>
              <a:rPr>
                <a:latin typeface="Courier"/>
              </a:rPr>
              <a:t>chezmoi</a:t>
            </a:r>
            <a:r>
              <a:rPr/>
              <a:t> - Инструменты для синхронизации (git, GitHub)</a:t>
            </a:r>
          </a:p>
          <a:p>
            <a:pPr lvl="0" indent="0" marL="0">
              <a:buNone/>
            </a:pPr>
            <a:r>
              <a:rPr b="1"/>
              <a:t>Предмет исследования:</a:t>
            </a:r>
            <a:r>
              <a:rPr/>
              <a:t> - Установка и настройка </a:t>
            </a:r>
            <a:r>
              <a:rPr>
                <a:latin typeface="Courier"/>
              </a:rPr>
              <a:t>pass</a:t>
            </a:r>
            <a:r>
              <a:rPr/>
              <a:t> - Организация хранения паролей - Синхронизация хранилища с удалённым git-репозиторием - Управление dotfiles с помощью </a:t>
            </a:r>
            <a:r>
              <a:rPr>
                <a:latin typeface="Courier"/>
              </a:rPr>
              <a:t>chezmoi</a:t>
            </a:r>
            <a:r>
              <a:rPr/>
              <a:t> - Автоматизация применения конфигураций на новых машинах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Настройка рабочей среды: менеджер паролей </a:t>
            </a:r>
            <a:r>
              <a:rPr>
                <a:latin typeface="Courier"/>
              </a:rPr>
              <a:t>pass</a:t>
            </a:r>
            <a:r>
              <a:rPr/>
              <a:t> и управление конфигурационными файлами с </a:t>
            </a:r>
            <a:r>
              <a:rPr>
                <a:latin typeface="Courier"/>
              </a:rPr>
              <a:t>chezmoi</a:t>
            </a:r>
            <a:r>
              <a:rPr/>
              <a:t>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Установка pass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sudo</a:t>
            </a:r>
            <a:r>
              <a:rPr>
                <a:latin typeface="Courier"/>
              </a:rPr>
              <a:t> dnf install pass pass-otp</a:t>
            </a:r>
          </a:p>
        </p:txBody>
      </p:sp>
      <p:pic>
        <p:nvPicPr>
          <p:cNvPr descr="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84200"/>
            <a:ext cx="5105400" cy="363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Проверка GPG-ключей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gpg </a:t>
            </a:r>
            <a:r>
              <a:rPr>
                <a:solidFill>
                  <a:srgbClr val="7D9029"/>
                </a:solidFill>
                <a:latin typeface="Courier"/>
              </a:rPr>
              <a:t>--list-secret-keys</a:t>
            </a:r>
          </a:p>
          <a:p>
            <a:pPr lvl="0" indent="0" marL="0">
              <a:buNone/>
            </a:pPr>
            <a:r>
              <a:rPr/>
              <a:t>Если ключа нет — создаём новый:</a:t>
            </a:r>
          </a:p>
          <a:p>
            <a:pPr lvl="0" indent="0">
              <a:buNone/>
            </a:pPr>
            <a:r>
              <a:rPr>
                <a:latin typeface="Courier"/>
              </a:rPr>
              <a:t>gpg </a:t>
            </a:r>
            <a:r>
              <a:rPr>
                <a:solidFill>
                  <a:srgbClr val="7D9029"/>
                </a:solidFill>
                <a:latin typeface="Courier"/>
              </a:rPr>
              <a:t>--full-generate-key</a:t>
            </a:r>
          </a:p>
        </p:txBody>
      </p:sp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95400"/>
            <a:ext cx="5105400" cy="218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Инициализация хранилища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pass init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email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</a:p>
        </p:txBody>
      </p:sp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95400"/>
            <a:ext cx="5105400" cy="218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Синхронизация с git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Инициализация git-репозитория:</a:t>
            </a:r>
          </a:p>
          <a:p>
            <a:pPr lvl="0" indent="0">
              <a:buNone/>
            </a:pPr>
            <a:r>
              <a:rPr>
                <a:latin typeface="Courier"/>
              </a:rPr>
              <a:t>pass git init</a:t>
            </a:r>
          </a:p>
        </p:txBody>
      </p:sp>
      <p:pic>
        <p:nvPicPr>
          <p:cNvPr descr="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00200"/>
            <a:ext cx="5105400" cy="158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Подключение удалённого репозитория:</a:t>
            </a:r>
          </a:p>
          <a:p>
            <a:pPr lvl="0" indent="0">
              <a:buNone/>
            </a:pPr>
            <a:r>
              <a:rPr>
                <a:latin typeface="Courier"/>
              </a:rPr>
              <a:t>pass git remote add origin git@github.com: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username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/password-store.git</a:t>
            </a:r>
          </a:p>
        </p:txBody>
      </p:sp>
      <p:pic>
        <p:nvPicPr>
          <p:cNvPr descr="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108200"/>
            <a:ext cx="5105400" cy="57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Синхронизация изменений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pass git pull</a:t>
            </a:r>
            <a:br/>
            <a:r>
              <a:rPr>
                <a:latin typeface="Courier"/>
              </a:rPr>
              <a:t>pass git push</a:t>
            </a:r>
          </a:p>
        </p:txBody>
      </p:sp>
      <p:pic>
        <p:nvPicPr>
          <p:cNvPr descr="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22300"/>
            <a:ext cx="5105400" cy="353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Ручные изменения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~/.password-store/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.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-am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'edit manually'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push</a:t>
            </a:r>
          </a:p>
        </p:txBody>
      </p:sp>
      <p:pic>
        <p:nvPicPr>
          <p:cNvPr descr="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73200"/>
            <a:ext cx="5105400" cy="185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Проверка статуса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pass git status</a:t>
            </a:r>
          </a:p>
        </p:txBody>
      </p:sp>
      <p:pic>
        <p:nvPicPr>
          <p:cNvPr descr="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28800"/>
            <a:ext cx="5105400" cy="111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Установка browserpass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sudo</a:t>
            </a:r>
            <a:r>
              <a:rPr>
                <a:latin typeface="Courier"/>
              </a:rPr>
              <a:t> dnf copr enable maximbaz/browserpass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sudo</a:t>
            </a:r>
            <a:r>
              <a:rPr>
                <a:latin typeface="Courier"/>
              </a:rPr>
              <a:t> dnf install browserpass</a:t>
            </a:r>
          </a:p>
        </p:txBody>
      </p:sp>
      <p:pic>
        <p:nvPicPr>
          <p:cNvPr descr="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01700"/>
            <a:ext cx="5105400" cy="298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Сохранение пароля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Добавить новый пароль:</a:t>
            </a:r>
          </a:p>
          <a:p>
            <a:pPr lvl="0" indent="0">
              <a:buNone/>
            </a:pPr>
            <a:r>
              <a:rPr>
                <a:latin typeface="Courier"/>
              </a:rPr>
              <a:t>pass insert example.com</a:t>
            </a:r>
          </a:p>
          <a:p>
            <a:pPr lvl="0" indent="0" marL="0">
              <a:buNone/>
            </a:pPr>
            <a:r>
              <a:rPr/>
              <a:t>Просмотр пароля:</a:t>
            </a:r>
          </a:p>
          <a:p>
            <a:pPr lvl="0" indent="0">
              <a:buNone/>
            </a:pPr>
            <a:r>
              <a:rPr>
                <a:latin typeface="Courier"/>
              </a:rPr>
              <a:t>pass example.com</a:t>
            </a:r>
          </a:p>
          <a:p>
            <a:pPr lvl="0" indent="0" marL="0">
              <a:buNone/>
            </a:pPr>
            <a:r>
              <a:rPr/>
              <a:t>Генерация пароля:</a:t>
            </a:r>
          </a:p>
          <a:p>
            <a:pPr lvl="0" indent="0">
              <a:buNone/>
            </a:pPr>
            <a:r>
              <a:rPr>
                <a:latin typeface="Courier"/>
              </a:rPr>
              <a:t>pass generate example2.com 16</a:t>
            </a:r>
          </a:p>
        </p:txBody>
      </p:sp>
      <p:pic>
        <p:nvPicPr>
          <p:cNvPr descr="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95300"/>
            <a:ext cx="51054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Установка дополнительного ПО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sudo</a:t>
            </a:r>
            <a:r>
              <a:rPr>
                <a:latin typeface="Courier"/>
              </a:rPr>
              <a:t> dnf </a:t>
            </a:r>
            <a:r>
              <a:rPr>
                <a:solidFill>
                  <a:srgbClr val="7D9029"/>
                </a:solidFill>
                <a:latin typeface="Courier"/>
              </a:rPr>
              <a:t>-y</a:t>
            </a:r>
            <a:r>
              <a:rPr>
                <a:latin typeface="Courier"/>
              </a:rPr>
              <a:t> install dunst fontawesome-fonts powerline-fonts light fuzzel swaylock kitty waybar swaybg wl-clipboard mpv grim slurp</a:t>
            </a:r>
          </a:p>
        </p:txBody>
      </p:sp>
      <p:pic>
        <p:nvPicPr>
          <p:cNvPr descr="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15900"/>
            <a:ext cx="5105400" cy="435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Установка шрифтов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sudo</a:t>
            </a:r>
            <a:r>
              <a:rPr>
                <a:latin typeface="Courier"/>
              </a:rPr>
              <a:t> dnf copr enable peterwu/iosevka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sudo</a:t>
            </a:r>
            <a:r>
              <a:rPr>
                <a:latin typeface="Courier"/>
              </a:rPr>
              <a:t> dnf search iosevka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sudo</a:t>
            </a:r>
            <a:r>
              <a:rPr>
                <a:latin typeface="Courier"/>
              </a:rPr>
              <a:t> dnf install iosevka-fonts iosevka-aile-fonts iosevka-curly-fonts iosevka-slab-fonts iosevka-etoile-fonts iosevka-term-fonts</a:t>
            </a:r>
          </a:p>
        </p:txBody>
      </p:sp>
      <p:pic>
        <p:nvPicPr>
          <p:cNvPr descr="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96900"/>
            <a:ext cx="5105400" cy="359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Установка chezmoi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$(</a:t>
            </a:r>
            <a:r>
              <a:rPr>
                <a:solidFill>
                  <a:srgbClr val="06287E"/>
                </a:solidFill>
                <a:latin typeface="Courier"/>
              </a:rPr>
              <a:t>wget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-qO-</a:t>
            </a:r>
            <a:r>
              <a:rPr>
                <a:latin typeface="Courier"/>
              </a:rPr>
              <a:t> chezmoi.io/get</a:t>
            </a:r>
            <a:r>
              <a:rPr>
                <a:solidFill>
                  <a:srgbClr val="19177C"/>
                </a:solidFill>
                <a:latin typeface="Courier"/>
              </a:rPr>
              <a:t>)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Создание репозитория dotfiles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gh repo create dotfiles </a:t>
            </a:r>
            <a:r>
              <a:rPr>
                <a:solidFill>
                  <a:srgbClr val="7D9029"/>
                </a:solidFill>
                <a:latin typeface="Courier"/>
              </a:rPr>
              <a:t>--template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"yamadharma/dotfiles-template"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--private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Инициализация chezmoi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chezmoi init git@github.com: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username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/dotfiles.git</a:t>
            </a:r>
          </a:p>
        </p:txBody>
      </p:sp>
      <p:pic>
        <p:nvPicPr>
          <p:cNvPr descr="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120900"/>
            <a:ext cx="5105400" cy="54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Проверка изменений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chezmoi diff</a:t>
            </a:r>
          </a:p>
        </p:txBody>
      </p:sp>
      <p:pic>
        <p:nvPicPr>
          <p:cNvPr descr="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68800" y="203200"/>
            <a:ext cx="3492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Применение изменений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chezmoi apply </a:t>
            </a:r>
            <a:r>
              <a:rPr>
                <a:solidFill>
                  <a:srgbClr val="7D9029"/>
                </a:solidFill>
                <a:latin typeface="Courier"/>
              </a:rPr>
              <a:t>-v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Использование на нескольких машинах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chezmoi init https://github.com/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username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/dotfiles.git</a:t>
            </a:r>
          </a:p>
        </p:txBody>
      </p:sp>
      <p:pic>
        <p:nvPicPr>
          <p:cNvPr descr="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197100"/>
            <a:ext cx="5105400" cy="39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chezmoi diff</a:t>
            </a:r>
          </a:p>
        </p:txBody>
      </p:sp>
      <p:pic>
        <p:nvPicPr>
          <p:cNvPr descr="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209800"/>
            <a:ext cx="5105400" cy="36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chezmoi apply </a:t>
            </a:r>
            <a:r>
              <a:rPr>
                <a:solidFill>
                  <a:srgbClr val="7D9029"/>
                </a:solidFill>
                <a:latin typeface="Courier"/>
              </a:rPr>
              <a:t>-v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Обновление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chezmoi update </a:t>
            </a:r>
            <a:r>
              <a:rPr>
                <a:solidFill>
                  <a:srgbClr val="7D9029"/>
                </a:solidFill>
                <a:latin typeface="Courier"/>
              </a:rPr>
              <a:t>-v</a:t>
            </a:r>
          </a:p>
        </p:txBody>
      </p:sp>
      <p:pic>
        <p:nvPicPr>
          <p:cNvPr descr="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247900"/>
            <a:ext cx="5105400" cy="30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Настройка новой машины одной командой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chezmoi init </a:t>
            </a:r>
            <a:r>
              <a:rPr>
                <a:solidFill>
                  <a:srgbClr val="7D9029"/>
                </a:solidFill>
                <a:latin typeface="Courier"/>
              </a:rPr>
              <a:t>--apply</a:t>
            </a:r>
            <a:r>
              <a:rPr>
                <a:latin typeface="Courier"/>
              </a:rPr>
              <a:t> https://github.com/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username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/dotfiles.git</a:t>
            </a:r>
          </a:p>
        </p:txBody>
      </p:sp>
      <p:pic>
        <p:nvPicPr>
          <p:cNvPr descr="image/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171700"/>
            <a:ext cx="5105400" cy="45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Ежедневные операции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chezmoi update</a:t>
            </a:r>
          </a:p>
        </p:txBody>
      </p:sp>
      <p:pic>
        <p:nvPicPr>
          <p:cNvPr descr="image/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120900"/>
            <a:ext cx="5105400" cy="55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chezmoi git pull </a:t>
            </a:r>
            <a:r>
              <a:rPr>
                <a:solidFill>
                  <a:srgbClr val="7D9029"/>
                </a:solidFill>
                <a:latin typeface="Courier"/>
              </a:rPr>
              <a:t>--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--autostash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--rebase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chezmoi diff</a:t>
            </a:r>
          </a:p>
        </p:txBody>
      </p:sp>
      <p:pic>
        <p:nvPicPr>
          <p:cNvPr descr="image/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95500"/>
            <a:ext cx="5105400" cy="596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chezmoi apply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Автоматизация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Добавить в </a:t>
            </a:r>
            <a:r>
              <a:rPr>
                <a:latin typeface="Courier"/>
              </a:rPr>
              <a:t>~/.config/chezmoi/chezmoi.toml</a:t>
            </a:r>
            <a:r>
              <a:rPr/>
              <a:t>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[git]</a:t>
            </a:r>
            <a:br/>
            <a:r>
              <a:rPr>
                <a:solidFill>
                  <a:srgbClr val="902000"/>
                </a:solidFill>
                <a:latin typeface="Courier"/>
              </a:rPr>
              <a:t>autoCommit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br/>
            <a:r>
              <a:rPr>
                <a:solidFill>
                  <a:srgbClr val="902000"/>
                </a:solidFill>
                <a:latin typeface="Courier"/>
              </a:rPr>
              <a:t>autoPush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</a:p>
        </p:txBody>
      </p:sp>
      <p:pic>
        <p:nvPicPr>
          <p:cNvPr descr="image/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95400"/>
            <a:ext cx="5105400" cy="220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Мы настроили рабочую среду: установили и сконфигурировали менеджер паролей </a:t>
            </a:r>
            <a:r>
              <a:rPr>
                <a:latin typeface="Courier"/>
              </a:rPr>
              <a:t>pass</a:t>
            </a:r>
            <a:r>
              <a:rPr/>
              <a:t>, настроили его синхронизацию с git, установили </a:t>
            </a:r>
            <a:r>
              <a:rPr>
                <a:latin typeface="Courier"/>
              </a:rPr>
              <a:t>browserpass</a:t>
            </a:r>
            <a:r>
              <a:rPr/>
              <a:t> для интеграции с браузером, а также освоили работу с системой управления конфигурационными файлами </a:t>
            </a:r>
            <a:r>
              <a:rPr>
                <a:latin typeface="Courier"/>
              </a:rPr>
              <a:t>chezmoi</a:t>
            </a:r>
            <a:r>
              <a:rPr/>
              <a:t> для синхронизации настроек между несколькими машинами.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№5</dc:title>
  <dc:creator>Иванова Анастасия Сергеевна</dc:creator>
  <cp:keywords/>
  <dcterms:created xsi:type="dcterms:W3CDTF">2026-03-14T19:31:16Z</dcterms:created>
  <dcterms:modified xsi:type="dcterms:W3CDTF">2026-03-14T19:31:16Z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2026-03-14</vt:lpwstr>
  </property>
  <property fmtid="{D5CDD505-2E9C-101B-9397-08002B2CF9AE}" pid="9" name="date-format">
    <vt:lpwstr>YYYY-MM-DD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Системы контроля версий (Git)</vt:lpwstr>
  </property>
  <property fmtid="{D5CDD505-2E9C-101B-9397-08002B2CF9AE}" pid="16" name="toc-title">
    <vt:lpwstr>Содержание</vt:lpwstr>
  </property>
</Properties>
</file>