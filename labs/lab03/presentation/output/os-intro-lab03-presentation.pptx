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Оформление отчётов с помощью Markdown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 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Обоснование актуальности</a:t>
            </a:r>
          </a:p>
          <a:p>
            <a:pPr lvl="0"/>
            <a:r>
              <a:rPr/>
              <a:t>Markdown — стандарт оформления технической документации в современных IT-проектах</a:t>
            </a:r>
          </a:p>
          <a:p>
            <a:pPr lvl="0"/>
            <a:r>
              <a:rPr/>
              <a:t>Поддерживается всеми крупными платформами (GitHub, GitLab, Notion)</a:t>
            </a:r>
          </a:p>
          <a:p>
            <a:pPr lvl="0"/>
            <a:r>
              <a:rPr/>
              <a:t>Позволяет быстро создавать структурированные тексты без изучения сложных редакторов</a:t>
            </a:r>
          </a:p>
          <a:p>
            <a:pPr lvl="0"/>
            <a:r>
              <a:rPr/>
              <a:t>Конвертация в различные форматы (PDF, DOCX, HTML) с помощью Pandoc автоматизирует подготовку отчётов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Объект исследования</a:t>
            </a:r>
          </a:p>
          <a:p>
            <a:pPr lvl="0"/>
            <a:r>
              <a:rPr/>
              <a:t>Легковесный язык разметки Markdown</a:t>
            </a:r>
          </a:p>
          <a:p>
            <a:pPr lvl="0"/>
            <a:r>
              <a:rPr/>
              <a:t>Инструменты для преобразования Markdown-документов (Pandoc)</a:t>
            </a:r>
          </a:p>
          <a:p>
            <a:pPr lvl="0"/>
            <a:r>
              <a:rPr/>
              <a:t>Система автоматизации сборки Make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Предмет исследования</a:t>
            </a:r>
          </a:p>
          <a:p>
            <a:pPr lvl="0"/>
            <a:r>
              <a:rPr/>
              <a:t>Синтаксис Markdown для оформления текстовых документов</a:t>
            </a:r>
          </a:p>
          <a:p>
            <a:pPr lvl="0"/>
            <a:r>
              <a:rPr/>
              <a:t>Процесс создания отчёта по лабораторной работе в формате Markdown</a:t>
            </a:r>
          </a:p>
          <a:p>
            <a:pPr lvl="0"/>
            <a:r>
              <a:rPr/>
              <a:t>Конвертация Markdown-файлов в PDF и DOCX форматы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Цель работы</a:t>
            </a:r>
          </a:p>
          <a:p>
            <a:pPr lvl="0" indent="0" marL="0">
              <a:buNone/>
            </a:pPr>
            <a:r>
              <a:rPr/>
              <a:t>Научиться оформлять отчёты с помощью легковесного языка разметки Markdown.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Переход в каталог с шаблоном</a:t>
            </a:r>
          </a:p>
          <a:p>
            <a:pPr lvl="0" indent="0" marL="0">
              <a:buNone/>
            </a:pPr>
            <a:r>
              <a:rPr/>
              <a:t>cd ~/work/study/2025-2026/Операционные системы/os-intro/labs/lab03/report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Редактирование отчёта</a:t>
            </a:r>
          </a:p>
          <a:p>
            <a:pPr lvl="0" indent="0" marL="0">
              <a:buNone/>
            </a:pPr>
            <a:r>
              <a:rPr/>
              <a:t>Открываем файл и изменяем его содержимое:</a:t>
            </a:r>
          </a:p>
          <a:p>
            <a:pPr lvl="0" indent="0" marL="0">
              <a:buNone/>
            </a:pPr>
            <a:r>
              <a:rPr/>
              <a:t>gedit report.md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Компиляция отчёта</a:t>
            </a:r>
          </a:p>
          <a:p>
            <a:pPr lvl="0" indent="0" marL="0">
              <a:buNone/>
            </a:pPr>
            <a:r>
              <a:rPr/>
              <a:t>Преобразуем файл из формата Markdown в PDF и DOCX:</a:t>
            </a:r>
          </a:p>
          <a:p>
            <a:pPr lvl="0" indent="0" marL="0">
              <a:buNone/>
            </a:pPr>
            <a:r>
              <a:rPr/>
              <a:t>make</a:t>
            </a:r>
          </a:p>
          <a:p>
            <a:pPr lvl="0" indent="0" marL="0">
              <a:buNone/>
            </a:pPr>
            <a:r>
              <a:rPr/>
              <a:t>pandoc report.md -o report.pdf pandoc report.md -o report.docx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Отправка на глобальный репозиторий</a:t>
            </a:r>
          </a:p>
          <a:p>
            <a:pPr lvl="0" indent="0" marL="0">
              <a:buNone/>
            </a:pPr>
            <a:r>
              <a:rPr/>
              <a:t>git add . git commit -m “lab03 report done” git push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Заключение</a:t>
            </a:r>
          </a:p>
          <a:p>
            <a:pPr lvl="0" indent="0" marL="0">
              <a:buNone/>
            </a:pPr>
            <a:r>
              <a:rPr/>
              <a:t>Мы научились оформлять отчёты с помощью легковесного языка разметки Markdown.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</dc:title>
  <dc:creator>Иванова Анастасия Сергеевна</dc:creator>
  <cp:keywords/>
  <dcterms:created xsi:type="dcterms:W3CDTF">2026-03-07T18:37:18Z</dcterms:created>
  <dcterms:modified xsi:type="dcterms:W3CDTF">2026-03-07T18:37:18Z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2026-03-07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Оформление отчётов с помощью Markdown</vt:lpwstr>
  </property>
  <property fmtid="{D5CDD505-2E9C-101B-9397-08002B2CF9AE}" pid="16" name="toc-title">
    <vt:lpwstr>Содержание</vt:lpwstr>
  </property>
</Properties>
</file>