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9" Type="http://schemas.openxmlformats.org/officeDocument/2006/relationships/viewProps" Target="viewProps.xml" /><Relationship Id="rId4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0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3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№9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 курсу: Архитектура компьютера и опреационные системы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2026-04-11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Вводная часть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 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Midnight Commander (mc) является одной из самых популярных псевдографических файловых оболочек для UNIX/Linux систем</a:t>
            </a:r>
          </a:p>
          <a:p>
            <a:pPr lvl="0"/>
            <a:r>
              <a:rPr/>
              <a:t>Позволяет эффективно работать с файловой системой в среде командной строки без использования графического интерфейса</a:t>
            </a:r>
          </a:p>
          <a:p>
            <a:pPr lvl="0"/>
            <a:r>
              <a:rPr/>
              <a:t>Значительно ускоряет выполнение рутинных операций с файлами и каталогами</a:t>
            </a:r>
          </a:p>
          <a:p>
            <a:pPr lvl="0"/>
            <a:r>
              <a:rPr/>
              <a:t>Встроенный редактор и возможности настройки делают mc универсальным инструментом для администрирования и разработки</a:t>
            </a:r>
          </a:p>
          <a:p>
            <a:pPr lvl="0"/>
            <a:r>
              <a:rPr/>
              <a:t>Понимание работы mc необходимо для профессиональной работы в Linux-среде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Объект исследования:</a:t>
            </a:r>
            <a:r>
              <a:rPr/>
              <a:t> - Командная оболочка Midnight Commander - Файловая система операционной системы Linux - Интерфейс взаимодействия пользователя с ОС посредством псевдографической оболочки</a:t>
            </a:r>
          </a:p>
          <a:p>
            <a:pPr lvl="0" indent="0" marL="0">
              <a:buNone/>
            </a:pPr>
            <a:r>
              <a:rPr b="1"/>
              <a:t>Предмет исследования:</a:t>
            </a:r>
            <a:r>
              <a:rPr/>
              <a:t> - Операции с файлами и каталогами в mc - Настройка внешнего вида и поведения mc - Работа со встроенным редактором mc - Управление панелями и режимами отображения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Освоение основных возможностей командной оболочки Midnight Commander</a:t>
            </a:r>
          </a:p>
          <a:p>
            <a:pPr lvl="0"/>
            <a:r>
              <a:rPr/>
              <a:t>Приобретение навыков практической работы по просмотру каталогов и файлов; манипуляций с ними.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Выполнение лабораторной работы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Изучим информацию о mc, вызвав в командной строке man mc.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30200"/>
            <a:ext cx="5105400" cy="361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1: Информация о команде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2. Запустим из командной строки mc, изучим его структуру и меню.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28600"/>
            <a:ext cx="5105400" cy="382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2: Запуск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 Выполним несколько операций в mc, используя управляющие клавиши (смена панелей, отключение панелей)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44900" y="203200"/>
            <a:ext cx="49530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3: Выполнение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4. Используя возможности подменю Файл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19100"/>
            <a:ext cx="5105400" cy="345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4: Каталог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Выполним:</a:t>
            </a:r>
          </a:p>
          <a:p>
            <a:pPr lvl="0" indent="0">
              <a:buNone/>
            </a:pPr>
            <a:r>
              <a:rPr>
                <a:latin typeface="Courier"/>
              </a:rPr>
              <a:t>- просмотр содержимого текстового файла 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04800"/>
            <a:ext cx="5105400" cy="367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5: Выполнение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- редактирование содержимого текстового файла (без сохранения результатов редактирования) 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79400"/>
            <a:ext cx="51054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6: Выполнение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- создание каталога </a:t>
            </a:r>
          </a:p>
        </p:txBody>
      </p:sp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44600"/>
            <a:ext cx="5105400" cy="177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7: Выполнение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- копирование файлов в созданный каталог 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96900"/>
            <a:ext cx="5105400" cy="307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8: Выполнение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5. С помощью соответствующих средств подменю Команда осуществим:</a:t>
            </a:r>
          </a:p>
          <a:p>
            <a:pPr lvl="0" indent="0">
              <a:buNone/>
            </a:pPr>
            <a:r>
              <a:rPr>
                <a:latin typeface="Courier"/>
              </a:rPr>
              <a:t>- поиск в файловой системе файла с заданными условиями </a:t>
            </a:r>
          </a:p>
        </p:txBody>
      </p:sp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356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9: Поиск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- анализ файла меню и файла расширений </a:t>
            </a:r>
          </a:p>
        </p:txBody>
      </p:sp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356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10: Анализ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6. Вызовем подменю Настройки. Освоим операции, определяющие структуру экрана mc (Full screen, Double Width, Show Hidden Files и т.д.).</a:t>
            </a:r>
          </a:p>
        </p:txBody>
      </p:sp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54000"/>
            <a:ext cx="5105400" cy="377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11: Выполнение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7. Задание по встроенному редактору mc:</a:t>
            </a:r>
          </a:p>
          <a:p>
            <a:pPr lvl="0" indent="-342900" marL="342900">
              <a:buAutoNum type="arabicParenR"/>
            </a:pPr>
            <a:r>
              <a:rPr/>
              <a:t>Создадим текстовой файл text.txt и откроем его</a:t>
            </a:r>
          </a:p>
        </p:txBody>
      </p:sp>
      <p:pic>
        <p:nvPicPr>
          <p:cNvPr descr="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84200"/>
            <a:ext cx="51054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12: Создание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2" type="arabicParenR"/>
            </a:pPr>
            <a:r>
              <a:rPr/>
              <a:t>Вставим в открытый файл небольшой фрагмент текста, скопированный из любого другого файла или Интернета</a:t>
            </a:r>
          </a:p>
        </p:txBody>
      </p:sp>
      <p:pic>
        <p:nvPicPr>
          <p:cNvPr descr="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31900"/>
            <a:ext cx="5105400" cy="182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13: Вставка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arenR"/>
            </a:pPr>
            <a:r>
              <a:rPr/>
              <a:t>Проделаем с текстом следующие манипуляции, используя горячие клавиши:</a:t>
            </a:r>
          </a:p>
          <a:p>
            <a:pPr lvl="1" indent="0" marL="342900">
              <a:buNone/>
            </a:pPr>
            <a:r>
              <a:rPr/>
              <a:t>3.1) Удалим строку текста</a:t>
            </a:r>
          </a:p>
        </p:txBody>
      </p:sp>
      <p:pic>
        <p:nvPicPr>
          <p:cNvPr descr="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87400"/>
            <a:ext cx="51054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14: Выполнение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3.2) Выделим фрагмент текста и скопируем его на новую строку</a:t>
            </a:r>
          </a:p>
        </p:txBody>
      </p:sp>
      <p:pic>
        <p:nvPicPr>
          <p:cNvPr descr="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03300"/>
            <a:ext cx="51054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15: Выполнение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3.3) Выделим фрагмент текста и перенесём его на новую строку</a:t>
            </a:r>
          </a:p>
        </p:txBody>
      </p:sp>
      <p:pic>
        <p:nvPicPr>
          <p:cNvPr descr="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203200"/>
            <a:ext cx="5029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16: Выполнение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3.4) Отменим последнее действие</a:t>
            </a:r>
          </a:p>
        </p:txBody>
      </p:sp>
      <p:pic>
        <p:nvPicPr>
          <p:cNvPr descr="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96900"/>
            <a:ext cx="51054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17: Выполнение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3.5) Перейдём в конец файла (нажав комбинацию клавиш) и напишем некоторый текст</a:t>
            </a:r>
          </a:p>
        </p:txBody>
      </p:sp>
      <p:pic>
        <p:nvPicPr>
          <p:cNvPr descr="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76300"/>
            <a:ext cx="5105400" cy="254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18: Выполнение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3.6) Перейдём в начало файла (нажав комбинацию клавиш) и напишем некоторый текст</a:t>
            </a:r>
          </a:p>
        </p:txBody>
      </p:sp>
      <p:pic>
        <p:nvPicPr>
          <p:cNvPr descr="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19: Выполнение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3.7) Сохраним и закроем файл</a:t>
            </a:r>
          </a:p>
        </p:txBody>
      </p:sp>
      <p:pic>
        <p:nvPicPr>
          <p:cNvPr descr="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81000"/>
            <a:ext cx="5105400" cy="3517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20: Выполнение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4" type="arabicParenR"/>
            </a:pPr>
            <a:r>
              <a:rPr/>
              <a:t>Откроем файл с исходным текстом на некотором языке программирования (например C или Java)</a:t>
            </a:r>
          </a:p>
        </p:txBody>
      </p:sp>
      <p:pic>
        <p:nvPicPr>
          <p:cNvPr descr="image/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73100"/>
            <a:ext cx="51054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21: Выполнение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5" type="arabicParenR"/>
            </a:pPr>
            <a:r>
              <a:rPr/>
              <a:t>Используя меню редактора, включим подсветку синтаксиса, если она не включена, или выключим, если она включена</a:t>
            </a:r>
          </a:p>
        </p:txBody>
      </p:sp>
      <p:pic>
        <p:nvPicPr>
          <p:cNvPr descr="image/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95300"/>
            <a:ext cx="5105400" cy="328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22: Выполнение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Контрольные вопросы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Какие режимы работы есть в mc? Охарактеризуйте их.</a:t>
            </a:r>
          </a:p>
          <a:p>
            <a:pPr lvl="0"/>
            <a:r>
              <a:rPr b="1"/>
              <a:t>Панельный режим</a:t>
            </a:r>
            <a:r>
              <a:rPr/>
              <a:t> — основной режим, отображаются две панели с файлами</a:t>
            </a:r>
          </a:p>
          <a:p>
            <a:pPr lvl="0"/>
            <a:r>
              <a:rPr b="1"/>
              <a:t>Режим информации</a:t>
            </a:r>
            <a:r>
              <a:rPr/>
              <a:t> — на панели отображается информация о текущем файле и файловой системе</a:t>
            </a:r>
          </a:p>
          <a:p>
            <a:pPr lvl="0"/>
            <a:r>
              <a:rPr b="1"/>
              <a:t>Режим дерева</a:t>
            </a:r>
            <a:r>
              <a:rPr/>
              <a:t> — на панели отображается структура дерева каталогов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2. Какие операции с файлами можно выполнить как с помощью команд shell, так и с помощью меню (комбинаций клавиш) mc? Приведите несколько примеров.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Операция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Команда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 mc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Копирование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cp file1 file2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Перемещение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mv file1 dir/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Удаление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rm 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Создание каталога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mkdir dir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 Опишите структура меню левой (или правой) панели mc, дайте характеристику командам.</a:t>
            </a:r>
          </a:p>
          <a:p>
            <a:pPr lvl="0"/>
            <a:r>
              <a:rPr b="1"/>
              <a:t>Список</a:t>
            </a:r>
            <a:r>
              <a:rPr/>
              <a:t> — отображение содержимого каталога</a:t>
            </a:r>
          </a:p>
          <a:p>
            <a:pPr lvl="0"/>
            <a:r>
              <a:rPr b="1"/>
              <a:t>Дерево</a:t>
            </a:r>
            <a:r>
              <a:rPr/>
              <a:t> — отображение дерева каталогов</a:t>
            </a:r>
          </a:p>
          <a:p>
            <a:pPr lvl="0"/>
            <a:r>
              <a:rPr b="1"/>
              <a:t>Информация</a:t>
            </a:r>
            <a:r>
              <a:rPr/>
              <a:t> — информация о текущем файле</a:t>
            </a:r>
          </a:p>
          <a:p>
            <a:pPr lvl="0"/>
            <a:r>
              <a:rPr b="1"/>
              <a:t>Формат списка</a:t>
            </a:r>
            <a:r>
              <a:rPr/>
              <a:t> — настройка отображения (стандартный, укороченный, расширенный)</a:t>
            </a:r>
          </a:p>
          <a:p>
            <a:pPr lvl="0"/>
            <a:r>
              <a:rPr b="1"/>
              <a:t>Сортировка</a:t>
            </a:r>
            <a:r>
              <a:rPr/>
              <a:t> — по имени, времени, размеру</a:t>
            </a:r>
          </a:p>
          <a:p>
            <a:pPr lvl="0"/>
            <a:r>
              <a:rPr b="1"/>
              <a:t>Фильтр</a:t>
            </a:r>
            <a:r>
              <a:rPr/>
              <a:t> — отображение только определённых файлов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4. Опишите структура меню Файл mc, дайте характеристику командам.</a:t>
            </a:r>
          </a:p>
          <a:p>
            <a:pPr lvl="0"/>
            <a:r>
              <a:rPr b="1"/>
              <a:t>Просмотр</a:t>
            </a:r>
            <a:r>
              <a:rPr/>
              <a:t> (</a:t>
            </a:r>
            <a:r>
              <a:rPr>
                <a:latin typeface="Courier"/>
              </a:rPr>
              <a:t>F3</a:t>
            </a:r>
            <a:r>
              <a:rPr/>
              <a:t>) — просмотр содержимого файла</a:t>
            </a:r>
          </a:p>
          <a:p>
            <a:pPr lvl="0"/>
            <a:r>
              <a:rPr b="1"/>
              <a:t>Редактирование</a:t>
            </a:r>
            <a:r>
              <a:rPr/>
              <a:t> (</a:t>
            </a:r>
            <a:r>
              <a:rPr>
                <a:latin typeface="Courier"/>
              </a:rPr>
              <a:t>F4</a:t>
            </a:r>
            <a:r>
              <a:rPr/>
              <a:t>) — редактирование файла</a:t>
            </a:r>
          </a:p>
          <a:p>
            <a:pPr lvl="0"/>
            <a:r>
              <a:rPr b="1"/>
              <a:t>Копирование</a:t>
            </a:r>
            <a:r>
              <a:rPr/>
              <a:t> (</a:t>
            </a:r>
            <a:r>
              <a:rPr>
                <a:latin typeface="Courier"/>
              </a:rPr>
              <a:t>F5</a:t>
            </a:r>
            <a:r>
              <a:rPr/>
              <a:t>) — копирование файлов</a:t>
            </a:r>
          </a:p>
          <a:p>
            <a:pPr lvl="0"/>
            <a:r>
              <a:rPr b="1"/>
              <a:t>Перемещение</a:t>
            </a:r>
            <a:r>
              <a:rPr/>
              <a:t> (</a:t>
            </a:r>
            <a:r>
              <a:rPr>
                <a:latin typeface="Courier"/>
              </a:rPr>
              <a:t>F6</a:t>
            </a:r>
            <a:r>
              <a:rPr/>
              <a:t>) — перемещение/переименование</a:t>
            </a:r>
          </a:p>
          <a:p>
            <a:pPr lvl="0"/>
            <a:r>
              <a:rPr b="1"/>
              <a:t>Создание каталога</a:t>
            </a:r>
            <a:r>
              <a:rPr/>
              <a:t> (</a:t>
            </a:r>
            <a:r>
              <a:rPr>
                <a:latin typeface="Courier"/>
              </a:rPr>
              <a:t>F7</a:t>
            </a:r>
            <a:r>
              <a:rPr/>
              <a:t>) — создание нового каталога</a:t>
            </a:r>
          </a:p>
          <a:p>
            <a:pPr lvl="0"/>
            <a:r>
              <a:rPr b="1"/>
              <a:t>Удаление</a:t>
            </a:r>
            <a:r>
              <a:rPr/>
              <a:t> (</a:t>
            </a:r>
            <a:r>
              <a:rPr>
                <a:latin typeface="Courier"/>
              </a:rPr>
              <a:t>F8</a:t>
            </a:r>
            <a:r>
              <a:rPr/>
              <a:t>) — удаление файлов/каталогов</a:t>
            </a:r>
          </a:p>
          <a:p>
            <a:pPr lvl="0"/>
            <a:r>
              <a:rPr b="1"/>
              <a:t>Права доступа</a:t>
            </a:r>
            <a:r>
              <a:rPr/>
              <a:t> (</a:t>
            </a:r>
            <a:r>
              <a:rPr>
                <a:latin typeface="Courier"/>
              </a:rPr>
              <a:t>Ctrl+x</a:t>
            </a:r>
            <a:r>
              <a:rPr/>
              <a:t> → </a:t>
            </a:r>
            <a:r>
              <a:rPr>
                <a:latin typeface="Courier"/>
              </a:rPr>
              <a:t>c</a:t>
            </a:r>
            <a:r>
              <a:rPr/>
              <a:t>) — изменение прав доступа</a:t>
            </a:r>
          </a:p>
          <a:p>
            <a:pPr lvl="0"/>
            <a:r>
              <a:rPr b="1"/>
              <a:t>Символическая ссылка</a:t>
            </a:r>
            <a:r>
              <a:rPr/>
              <a:t> (</a:t>
            </a:r>
            <a:r>
              <a:rPr>
                <a:latin typeface="Courier"/>
              </a:rPr>
              <a:t>Ctrl+x</a:t>
            </a:r>
            <a:r>
              <a:rPr/>
              <a:t> → </a:t>
            </a:r>
            <a:r>
              <a:rPr>
                <a:latin typeface="Courier"/>
              </a:rPr>
              <a:t>s</a:t>
            </a:r>
            <a:r>
              <a:rPr/>
              <a:t>) — создание ссылки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5. Опишите структура меню Команда mc, дайте характеристику командам.</a:t>
            </a:r>
          </a:p>
          <a:p>
            <a:pPr lvl="0"/>
            <a:r>
              <a:rPr b="1"/>
              <a:t>Поиск файлов</a:t>
            </a:r>
            <a:r>
              <a:rPr/>
              <a:t> — поиск файлов по имени и содержимому</a:t>
            </a:r>
          </a:p>
          <a:p>
            <a:pPr lvl="0"/>
            <a:r>
              <a:rPr b="1"/>
              <a:t>История команд</a:t>
            </a:r>
            <a:r>
              <a:rPr/>
              <a:t> — просмотр и повтор команд</a:t>
            </a:r>
          </a:p>
          <a:p>
            <a:pPr lvl="0"/>
            <a:r>
              <a:rPr b="1"/>
              <a:t>Каталоги быстрого доступа</a:t>
            </a:r>
            <a:r>
              <a:rPr/>
              <a:t> — быстрый переход в часто используемые каталоги</a:t>
            </a:r>
          </a:p>
          <a:p>
            <a:pPr lvl="0"/>
            <a:r>
              <a:rPr b="1"/>
              <a:t>Редактировать файл меню</a:t>
            </a:r>
            <a:r>
              <a:rPr/>
              <a:t> — настройка пользовательского меню (</a:t>
            </a:r>
            <a:r>
              <a:rPr>
                <a:latin typeface="Courier"/>
              </a:rPr>
              <a:t>~/.mc/menu</a:t>
            </a:r>
            <a:r>
              <a:rPr/>
              <a:t>)</a:t>
            </a:r>
          </a:p>
          <a:p>
            <a:pPr lvl="0"/>
            <a:r>
              <a:rPr b="1"/>
              <a:t>Редактировать файл расширений</a:t>
            </a:r>
            <a:r>
              <a:rPr/>
              <a:t> — настройка действий для файлов по расширениям (</a:t>
            </a:r>
            <a:r>
              <a:rPr>
                <a:latin typeface="Courier"/>
              </a:rPr>
              <a:t>~/.mc/ext</a:t>
            </a:r>
            <a:r>
              <a:rPr/>
              <a:t>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6. Опишите структура меню Настройки mc, дайте характеристику командам.</a:t>
            </a:r>
          </a:p>
          <a:p>
            <a:pPr lvl="0"/>
            <a:r>
              <a:rPr b="1"/>
              <a:t>Внешний вид</a:t>
            </a:r>
            <a:r>
              <a:rPr/>
              <a:t> — настройка отображения панелей, цветов</a:t>
            </a:r>
          </a:p>
          <a:p>
            <a:pPr lvl="0"/>
            <a:r>
              <a:rPr b="1"/>
              <a:t>Настройки панелей</a:t>
            </a:r>
            <a:r>
              <a:rPr/>
              <a:t> — настройка отображения файлов, показ скрытых файлов</a:t>
            </a:r>
          </a:p>
          <a:p>
            <a:pPr lvl="0"/>
            <a:r>
              <a:rPr b="1"/>
              <a:t>Подтверждение</a:t>
            </a:r>
            <a:r>
              <a:rPr/>
              <a:t> — запрос подтверждения при удалении, перезаписи</a:t>
            </a:r>
          </a:p>
          <a:p>
            <a:pPr lvl="0"/>
            <a:r>
              <a:rPr b="1"/>
              <a:t>Распознавание клавиш</a:t>
            </a:r>
            <a:r>
              <a:rPr/>
              <a:t> — тестирование функциональных клавиш</a:t>
            </a:r>
          </a:p>
          <a:p>
            <a:pPr lvl="0"/>
            <a:r>
              <a:rPr b="1"/>
              <a:t>Виртуальная файловая система</a:t>
            </a:r>
            <a:r>
              <a:rPr/>
              <a:t> — настройка работы с архивами и сетью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7. Назовите и дайте характеристику встроенным командам mc.</a:t>
            </a:r>
          </a:p>
          <a:p>
            <a:pPr lvl="0"/>
            <a:r>
              <a:rPr>
                <a:latin typeface="Courier"/>
              </a:rPr>
              <a:t>cd</a:t>
            </a:r>
            <a:r>
              <a:rPr/>
              <a:t> — смена текущего каталога</a:t>
            </a:r>
          </a:p>
          <a:p>
            <a:pPr lvl="0"/>
            <a:r>
              <a:rPr>
                <a:latin typeface="Courier"/>
              </a:rPr>
              <a:t>pwd</a:t>
            </a:r>
            <a:r>
              <a:rPr/>
              <a:t> — показать текущий каталог</a:t>
            </a:r>
          </a:p>
          <a:p>
            <a:pPr lvl="0"/>
            <a:r>
              <a:rPr>
                <a:latin typeface="Courier"/>
              </a:rPr>
              <a:t>ls</a:t>
            </a:r>
            <a:r>
              <a:rPr/>
              <a:t> — просмотр содержимого</a:t>
            </a:r>
          </a:p>
          <a:p>
            <a:pPr lvl="0"/>
            <a:r>
              <a:rPr>
                <a:latin typeface="Courier"/>
              </a:rPr>
              <a:t>cp</a:t>
            </a:r>
            <a:r>
              <a:rPr/>
              <a:t> — копирование</a:t>
            </a:r>
          </a:p>
          <a:p>
            <a:pPr lvl="0"/>
            <a:r>
              <a:rPr>
                <a:latin typeface="Courier"/>
              </a:rPr>
              <a:t>mv</a:t>
            </a:r>
            <a:r>
              <a:rPr/>
              <a:t> — перемещение</a:t>
            </a:r>
          </a:p>
          <a:p>
            <a:pPr lvl="0"/>
            <a:r>
              <a:rPr>
                <a:latin typeface="Courier"/>
              </a:rPr>
              <a:t>rm</a:t>
            </a:r>
            <a:r>
              <a:rPr/>
              <a:t> — удаление</a:t>
            </a:r>
          </a:p>
          <a:p>
            <a:pPr lvl="0"/>
            <a:r>
              <a:rPr>
                <a:latin typeface="Courier"/>
              </a:rPr>
              <a:t>mkdir</a:t>
            </a:r>
            <a:r>
              <a:rPr/>
              <a:t> — создание каталога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8. Назовите и дайте характеристику командам встроенного редактора mc.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Действие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Ctrl + 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Удалить строку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Копировать выделенное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Вырезать/переместить выделенное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Сохранить файл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Выйти из редактора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Ctrl + 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Отменить последнее действие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Ctrl + Home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Перейти в начало файла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Ctrl + 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Перейти в конец файла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Ctrl +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Включить/выключить подсветку синтаксиса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9. Дайте характеристику средствам mc, которые позволяют создавать меню, определяемое пользователем.</a:t>
            </a:r>
          </a:p>
          <a:p>
            <a:pPr lvl="0" indent="0" marL="0">
              <a:buNone/>
            </a:pPr>
            <a:r>
              <a:rPr/>
              <a:t>Файл </a:t>
            </a:r>
            <a:r>
              <a:rPr>
                <a:latin typeface="Courier"/>
              </a:rPr>
              <a:t>~/.mc/menu</a:t>
            </a:r>
            <a:r>
              <a:rPr/>
              <a:t> — пользовательское меню, вызываемое клавишей </a:t>
            </a:r>
            <a:r>
              <a:rPr>
                <a:latin typeface="Courier"/>
              </a:rPr>
              <a:t>F2</a:t>
            </a:r>
            <a:r>
              <a:rPr/>
              <a:t>. Позволяет добавлять свои команды для выполнения над файлами. Формат:</a:t>
            </a:r>
          </a:p>
          <a:p>
            <a:pPr lvl="0" indent="0">
              <a:buNone/>
            </a:pPr>
            <a:r>
              <a:rPr>
                <a:latin typeface="Courier"/>
              </a:rPr>
              <a:t>M + 1=Команда
    Выполняемая команда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10. Дайте характеристику средствам mc, которые позволяют выполнять действия, определяемые пользователем, над текущим файлом.</a:t>
            </a:r>
          </a:p>
          <a:p>
            <a:pPr lvl="0" indent="0" marL="0">
              <a:buNone/>
            </a:pPr>
            <a:r>
              <a:rPr/>
              <a:t>Файл </a:t>
            </a:r>
            <a:r>
              <a:rPr>
                <a:latin typeface="Courier"/>
              </a:rPr>
              <a:t>~/.mc/ext</a:t>
            </a:r>
            <a:r>
              <a:rPr/>
              <a:t> — файл расширений, определяет действия для файлов по расширению. Например, для </a:t>
            </a:r>
            <a:r>
              <a:rPr>
                <a:latin typeface="Courier"/>
              </a:rPr>
              <a:t>*.c</a:t>
            </a:r>
            <a:r>
              <a:rPr/>
              <a:t> можно задать компиляцию при нажатии </a:t>
            </a:r>
            <a:r>
              <a:rPr>
                <a:latin typeface="Courier"/>
              </a:rPr>
              <a:t>F3</a:t>
            </a:r>
            <a:r>
              <a:rPr/>
              <a:t>. Формат:</a:t>
            </a:r>
          </a:p>
          <a:p>
            <a:pPr lvl="0" indent="0">
              <a:buNone/>
            </a:pPr>
            <a:r>
              <a:rPr>
                <a:latin typeface="Courier"/>
              </a:rPr>
              <a:t>regex/\.c$
    Open=команда
    View=команда для просмотра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Вывод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Мы освоили основных возможностей командной оболочки Midnight Commander, приобрели навыков практической работы по просмотру каталогов и файлов; манипуляций с ними.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№9</dc:title>
  <dc:creator>Иванова Анастасия Сергеевна</dc:creator>
  <cp:keywords/>
  <dcterms:created xsi:type="dcterms:W3CDTF">2026-04-11T11:57:53Z</dcterms:created>
  <dcterms:modified xsi:type="dcterms:W3CDTF">2026-04-11T11:57:53Z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2026-04-11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по курсу: Архитектура компьютера и опреационные системы</vt:lpwstr>
  </property>
  <property fmtid="{D5CDD505-2E9C-101B-9397-08002B2CF9AE}" pid="16" name="toc-title">
    <vt:lpwstr>Содержание</vt:lpwstr>
  </property>
</Properties>
</file>